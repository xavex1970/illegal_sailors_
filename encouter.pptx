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49380" y="1129874"/>
            <a:ext cx="5492870" cy="4243363"/>
          </a:xfrm>
          <a:custGeom>
            <a:avLst/>
            <a:gdLst/>
            <a:ahLst/>
            <a:cxnLst/>
            <a:rect r="r" b="b" t="t" l="l"/>
            <a:pathLst>
              <a:path h="4243363" w="5492870">
                <a:moveTo>
                  <a:pt x="0" y="0"/>
                </a:moveTo>
                <a:lnTo>
                  <a:pt x="5492869" y="0"/>
                </a:lnTo>
                <a:lnTo>
                  <a:pt x="5492869" y="4243363"/>
                </a:lnTo>
                <a:lnTo>
                  <a:pt x="0" y="4243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300" t="-28046" r="-14078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85606" y="164575"/>
            <a:ext cx="5282223" cy="3086981"/>
            <a:chOff x="0" y="0"/>
            <a:chExt cx="878086" cy="51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8086" cy="513162"/>
            </a:xfrm>
            <a:custGeom>
              <a:avLst/>
              <a:gdLst/>
              <a:ahLst/>
              <a:cxnLst/>
              <a:rect r="r" b="b" t="t" l="l"/>
              <a:pathLst>
                <a:path h="513162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13442"/>
                  </a:lnTo>
                  <a:cubicBezTo>
                    <a:pt x="873006" y="321392"/>
                    <a:pt x="785376" y="409022"/>
                    <a:pt x="677426" y="409022"/>
                  </a:cubicBezTo>
                  <a:lnTo>
                    <a:pt x="274320" y="409022"/>
                  </a:lnTo>
                  <a:cubicBezTo>
                    <a:pt x="245110" y="443312"/>
                    <a:pt x="213360" y="473792"/>
                    <a:pt x="176530" y="499192"/>
                  </a:cubicBezTo>
                  <a:lnTo>
                    <a:pt x="152400" y="513162"/>
                  </a:lnTo>
                  <a:cubicBezTo>
                    <a:pt x="139700" y="513162"/>
                    <a:pt x="137160" y="505542"/>
                    <a:pt x="140970" y="492842"/>
                  </a:cubicBezTo>
                  <a:cubicBezTo>
                    <a:pt x="149860" y="464902"/>
                    <a:pt x="148590" y="435692"/>
                    <a:pt x="138430" y="409022"/>
                  </a:cubicBezTo>
                  <a:lnTo>
                    <a:pt x="134620" y="397592"/>
                  </a:lnTo>
                  <a:cubicBezTo>
                    <a:pt x="57150" y="372192"/>
                    <a:pt x="1270" y="298532"/>
                    <a:pt x="0" y="213442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C5E8D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7950" y="-76200"/>
              <a:ext cx="662186" cy="475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Hey! What are you doing here!?!?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17030" y="1173401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0" y="0"/>
                </a:moveTo>
                <a:lnTo>
                  <a:pt x="3837740" y="0"/>
                </a:lnTo>
                <a:lnTo>
                  <a:pt x="3837740" y="4207523"/>
                </a:lnTo>
                <a:lnTo>
                  <a:pt x="0" y="4207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638" t="-28046" r="-40938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679015" y="190394"/>
            <a:ext cx="4570532" cy="2908614"/>
            <a:chOff x="0" y="0"/>
            <a:chExt cx="878086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C5E8D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is our illigal fishing area.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96961" y="324234"/>
            <a:ext cx="4367973" cy="2779709"/>
            <a:chOff x="0" y="0"/>
            <a:chExt cx="878086" cy="558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C5E8D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So buzz off, would you?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617030" y="1173401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0" y="0"/>
                </a:moveTo>
                <a:lnTo>
                  <a:pt x="3837740" y="0"/>
                </a:lnTo>
                <a:lnTo>
                  <a:pt x="3837740" y="4207523"/>
                </a:lnTo>
                <a:lnTo>
                  <a:pt x="0" y="4207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638" t="-28046" r="-40938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720163" y="1550822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617030" y="1173401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0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0" y="4207523"/>
                </a:lnTo>
                <a:lnTo>
                  <a:pt x="3837740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Hey, what is going on here?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80385" y="0"/>
            <a:ext cx="4747859" cy="3021462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C5E8D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007129" y="-53975"/>
            <a:ext cx="4721114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Boss, this scavengers are fishing in our area.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I that so, hum...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Look mate.(adressing to the players)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I don’t want any trouble...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And I think you won’t it to.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So how about we make a deal, hum?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3615652"/>
            <a:chOff x="0" y="0"/>
            <a:chExt cx="878086" cy="692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692044"/>
            </a:xfrm>
            <a:custGeom>
              <a:avLst/>
              <a:gdLst/>
              <a:ahLst/>
              <a:cxnLst/>
              <a:rect r="r" b="b" t="t" l="l"/>
              <a:pathLst>
                <a:path h="692044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392324"/>
                  </a:lnTo>
                  <a:cubicBezTo>
                    <a:pt x="873006" y="500274"/>
                    <a:pt x="785376" y="587904"/>
                    <a:pt x="677426" y="587904"/>
                  </a:cubicBezTo>
                  <a:lnTo>
                    <a:pt x="274320" y="587904"/>
                  </a:lnTo>
                  <a:cubicBezTo>
                    <a:pt x="245110" y="622194"/>
                    <a:pt x="213360" y="652674"/>
                    <a:pt x="176530" y="678074"/>
                  </a:cubicBezTo>
                  <a:lnTo>
                    <a:pt x="152400" y="692044"/>
                  </a:lnTo>
                  <a:cubicBezTo>
                    <a:pt x="139700" y="692044"/>
                    <a:pt x="137160" y="684424"/>
                    <a:pt x="140970" y="671724"/>
                  </a:cubicBezTo>
                  <a:cubicBezTo>
                    <a:pt x="149860" y="643784"/>
                    <a:pt x="148590" y="614574"/>
                    <a:pt x="138430" y="587904"/>
                  </a:cubicBezTo>
                  <a:lnTo>
                    <a:pt x="134620" y="576474"/>
                  </a:lnTo>
                  <a:cubicBezTo>
                    <a:pt x="57150" y="551074"/>
                    <a:pt x="1270" y="477414"/>
                    <a:pt x="0" y="392324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653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You must know about the European Sturgeon, ya?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3615652"/>
            <a:chOff x="0" y="0"/>
            <a:chExt cx="878086" cy="692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692044"/>
            </a:xfrm>
            <a:custGeom>
              <a:avLst/>
              <a:gdLst/>
              <a:ahLst/>
              <a:cxnLst/>
              <a:rect r="r" b="b" t="t" l="l"/>
              <a:pathLst>
                <a:path h="692044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392324"/>
                  </a:lnTo>
                  <a:cubicBezTo>
                    <a:pt x="873006" y="500274"/>
                    <a:pt x="785376" y="587904"/>
                    <a:pt x="677426" y="587904"/>
                  </a:cubicBezTo>
                  <a:lnTo>
                    <a:pt x="274320" y="587904"/>
                  </a:lnTo>
                  <a:cubicBezTo>
                    <a:pt x="245110" y="622194"/>
                    <a:pt x="213360" y="652674"/>
                    <a:pt x="176530" y="678074"/>
                  </a:cubicBezTo>
                  <a:lnTo>
                    <a:pt x="152400" y="692044"/>
                  </a:lnTo>
                  <a:cubicBezTo>
                    <a:pt x="139700" y="692044"/>
                    <a:pt x="137160" y="684424"/>
                    <a:pt x="140970" y="671724"/>
                  </a:cubicBezTo>
                  <a:cubicBezTo>
                    <a:pt x="149860" y="643784"/>
                    <a:pt x="148590" y="614574"/>
                    <a:pt x="138430" y="587904"/>
                  </a:cubicBezTo>
                  <a:lnTo>
                    <a:pt x="134620" y="576474"/>
                  </a:lnTo>
                  <a:cubicBezTo>
                    <a:pt x="57150" y="551074"/>
                    <a:pt x="1270" y="477414"/>
                    <a:pt x="0" y="392324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653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Because this fish is on the verge of extinction...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It is very VERY rare to find.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If you bring me the fish meat...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I’ll let you fish here.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334113" y="1244506"/>
            <a:ext cx="2244925" cy="4473285"/>
          </a:xfrm>
          <a:custGeom>
            <a:avLst/>
            <a:gdLst/>
            <a:ahLst/>
            <a:cxnLst/>
            <a:rect r="r" b="b" t="t" l="l"/>
            <a:pathLst>
              <a:path h="4473285" w="2244925">
                <a:moveTo>
                  <a:pt x="2244925" y="0"/>
                </a:moveTo>
                <a:lnTo>
                  <a:pt x="0" y="0"/>
                </a:lnTo>
                <a:lnTo>
                  <a:pt x="0" y="4473286"/>
                </a:lnTo>
                <a:lnTo>
                  <a:pt x="2244925" y="4473286"/>
                </a:lnTo>
                <a:lnTo>
                  <a:pt x="2244925" y="0"/>
                </a:lnTo>
                <a:close/>
              </a:path>
            </a:pathLst>
          </a:custGeom>
          <a:blipFill>
            <a:blip r:embed="rId3"/>
            <a:stretch>
              <a:fillRect l="-139348" t="0" r="-184936" b="-4169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294136" y="739454"/>
            <a:ext cx="3837741" cy="4207523"/>
          </a:xfrm>
          <a:custGeom>
            <a:avLst/>
            <a:gdLst/>
            <a:ahLst/>
            <a:cxnLst/>
            <a:rect r="r" b="b" t="t" l="l"/>
            <a:pathLst>
              <a:path h="4207523" w="3837741">
                <a:moveTo>
                  <a:pt x="3837741" y="0"/>
                </a:moveTo>
                <a:lnTo>
                  <a:pt x="0" y="0"/>
                </a:lnTo>
                <a:lnTo>
                  <a:pt x="0" y="4207523"/>
                </a:lnTo>
                <a:lnTo>
                  <a:pt x="3837741" y="4207523"/>
                </a:lnTo>
                <a:lnTo>
                  <a:pt x="3837741" y="0"/>
                </a:lnTo>
                <a:close/>
              </a:path>
            </a:pathLst>
          </a:custGeom>
          <a:blipFill>
            <a:blip r:embed="rId4"/>
            <a:stretch>
              <a:fillRect l="-69638" t="-28046" r="-409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00356" y="0"/>
            <a:ext cx="4587644" cy="2919504"/>
            <a:chOff x="0" y="0"/>
            <a:chExt cx="878086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86" cy="558800"/>
            </a:xfrm>
            <a:custGeom>
              <a:avLst/>
              <a:gdLst/>
              <a:ahLst/>
              <a:cxnLst/>
              <a:rect r="r" b="b" t="t" l="l"/>
              <a:pathLst>
                <a:path h="558800" w="878086">
                  <a:moveTo>
                    <a:pt x="674886" y="0"/>
                  </a:moveTo>
                  <a:cubicBezTo>
                    <a:pt x="785376" y="6350"/>
                    <a:pt x="873006" y="93980"/>
                    <a:pt x="878086" y="203200"/>
                  </a:cubicBezTo>
                  <a:lnTo>
                    <a:pt x="878086" y="259080"/>
                  </a:lnTo>
                  <a:cubicBezTo>
                    <a:pt x="873006" y="367030"/>
                    <a:pt x="785376" y="454660"/>
                    <a:pt x="677426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6774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7950" y="-76200"/>
              <a:ext cx="6621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So have we a deal.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69342" y="-656856"/>
            <a:ext cx="27596858" cy="16910444"/>
          </a:xfrm>
          <a:custGeom>
            <a:avLst/>
            <a:gdLst/>
            <a:ahLst/>
            <a:cxnLst/>
            <a:rect r="r" b="b" t="t" l="l"/>
            <a:pathLst>
              <a:path h="16910444" w="27596858">
                <a:moveTo>
                  <a:pt x="0" y="0"/>
                </a:moveTo>
                <a:lnTo>
                  <a:pt x="27596858" y="0"/>
                </a:lnTo>
                <a:lnTo>
                  <a:pt x="27596858" y="16910443"/>
                </a:lnTo>
                <a:lnTo>
                  <a:pt x="0" y="169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4" r="0" b="-4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706" y="0"/>
            <a:ext cx="18320706" cy="10287000"/>
            <a:chOff x="0" y="0"/>
            <a:chExt cx="482520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25206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25206">
                  <a:moveTo>
                    <a:pt x="0" y="0"/>
                  </a:moveTo>
                  <a:lnTo>
                    <a:pt x="4825206" y="0"/>
                  </a:lnTo>
                  <a:lnTo>
                    <a:pt x="48252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3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2520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2706" y="625900"/>
            <a:ext cx="18288000" cy="9035200"/>
            <a:chOff x="0" y="0"/>
            <a:chExt cx="749300" cy="370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9300" cy="370192"/>
            </a:xfrm>
            <a:custGeom>
              <a:avLst/>
              <a:gdLst/>
              <a:ahLst/>
              <a:cxnLst/>
              <a:rect r="r" b="b" t="t" l="l"/>
              <a:pathLst>
                <a:path h="370192" w="749300">
                  <a:moveTo>
                    <a:pt x="367441" y="0"/>
                  </a:moveTo>
                  <a:cubicBezTo>
                    <a:pt x="436099" y="0"/>
                    <a:pt x="494039" y="38748"/>
                    <a:pt x="512535" y="91822"/>
                  </a:cubicBezTo>
                  <a:cubicBezTo>
                    <a:pt x="534956" y="84041"/>
                    <a:pt x="560523" y="83662"/>
                    <a:pt x="585056" y="92529"/>
                  </a:cubicBezTo>
                  <a:cubicBezTo>
                    <a:pt x="626894" y="107654"/>
                    <a:pt x="653482" y="145214"/>
                    <a:pt x="654865" y="185096"/>
                  </a:cubicBezTo>
                  <a:lnTo>
                    <a:pt x="655632" y="185096"/>
                  </a:lnTo>
                  <a:cubicBezTo>
                    <a:pt x="707361" y="185096"/>
                    <a:pt x="749300" y="226537"/>
                    <a:pt x="749300" y="277651"/>
                  </a:cubicBezTo>
                  <a:cubicBezTo>
                    <a:pt x="749299" y="328763"/>
                    <a:pt x="707361" y="370192"/>
                    <a:pt x="655632" y="370192"/>
                  </a:cubicBezTo>
                  <a:lnTo>
                    <a:pt x="93668" y="370192"/>
                  </a:lnTo>
                  <a:cubicBezTo>
                    <a:pt x="41940" y="370191"/>
                    <a:pt x="0" y="328763"/>
                    <a:pt x="0" y="277651"/>
                  </a:cubicBezTo>
                  <a:cubicBezTo>
                    <a:pt x="0" y="220338"/>
                    <a:pt x="48637" y="185096"/>
                    <a:pt x="102699" y="185096"/>
                  </a:cubicBezTo>
                  <a:cubicBezTo>
                    <a:pt x="87269" y="133351"/>
                    <a:pt x="127519" y="81894"/>
                    <a:pt x="180312" y="75578"/>
                  </a:cubicBezTo>
                  <a:cubicBezTo>
                    <a:pt x="196649" y="73625"/>
                    <a:pt x="212467" y="75868"/>
                    <a:pt x="226582" y="81367"/>
                  </a:cubicBezTo>
                  <a:cubicBezTo>
                    <a:pt x="248651" y="33739"/>
                    <a:pt x="303380" y="0"/>
                    <a:pt x="3674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5922"/>
              <a:ext cx="482600" cy="344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New objective: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C5E8D5"/>
                  </a:solidFill>
                  <a:latin typeface="Open Sans"/>
                  <a:ea typeface="Open Sans"/>
                  <a:cs typeface="Open Sans"/>
                  <a:sym typeface="Open Sans"/>
                </a:rPr>
                <a:t>Go to the storm to find the the European Sturgeon</a:t>
              </a:r>
            </a:p>
            <a:p>
              <a:pPr algn="ctr">
                <a:lnSpc>
                  <a:spcPts val="5599"/>
                </a:lnSpc>
              </a:pPr>
            </a:p>
            <a:p>
              <a:pPr algn="ctr">
                <a:lnSpc>
                  <a:spcPts val="5599"/>
                </a:lnSpc>
              </a:pPr>
            </a:p>
            <a:p>
              <a:pPr algn="ctr">
                <a:lnSpc>
                  <a:spcPts val="5599"/>
                </a:lnSpc>
              </a:pPr>
            </a:p>
            <a:p>
              <a:pPr algn="ctr">
                <a:lnSpc>
                  <a:spcPts val="5599"/>
                </a:lnSpc>
              </a:pPr>
            </a:p>
            <a:p>
              <a:pPr algn="ctr">
                <a:lnSpc>
                  <a:spcPts val="5599"/>
                </a:lnSpc>
              </a:pPr>
            </a:p>
            <a:p>
              <a:pPr algn="ctr">
                <a:lnSpc>
                  <a:spcPts val="55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700000">
            <a:off x="5296593" y="6785529"/>
            <a:ext cx="1193370" cy="392727"/>
          </a:xfrm>
          <a:custGeom>
            <a:avLst/>
            <a:gdLst/>
            <a:ahLst/>
            <a:cxnLst/>
            <a:rect r="r" b="b" t="t" l="l"/>
            <a:pathLst>
              <a:path h="392727" w="1193370">
                <a:moveTo>
                  <a:pt x="0" y="0"/>
                </a:moveTo>
                <a:lnTo>
                  <a:pt x="1193370" y="0"/>
                </a:lnTo>
                <a:lnTo>
                  <a:pt x="1193370" y="392727"/>
                </a:lnTo>
                <a:lnTo>
                  <a:pt x="0" y="392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1902892">
            <a:off x="4300777" y="5862082"/>
            <a:ext cx="1553264" cy="59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3439">
                <a:solidFill>
                  <a:srgbClr val="C5E8D5"/>
                </a:solidFill>
                <a:latin typeface="Open Sans"/>
                <a:ea typeface="Open Sans"/>
                <a:cs typeface="Open Sans"/>
                <a:sym typeface="Open Sans"/>
              </a:rPr>
              <a:t>go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DAG85cAtKLI</dc:identifier>
  <dcterms:modified xsi:type="dcterms:W3CDTF">2011-08-01T06:04:30Z</dcterms:modified>
  <cp:revision>1</cp:revision>
  <dc:title>Hey! What are you doing here!?!?</dc:title>
</cp:coreProperties>
</file>